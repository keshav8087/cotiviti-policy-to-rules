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run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Faithfulness</c:v>
                  </c:pt>
                  <c:pt idx="1">
                    <c:v>Recall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Representative run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Faithfulness</c:v>
                  </c:pt>
                  <c:pt idx="1">
                    <c:v>Recall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88</c:v>
                </c:pt>
                <c:pt idx="1">
                  <c:v>86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 line: this is an agent that turns written CMS coding policy into structured, verified rules, with a hallucination guardrail. Built for the Cotiviti content-management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tension: policy is written as prose, but a claims engine can only act on a rule. Bridging that gap is what content management does, and it is manual and expert-intensive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 this is a fit for Cotiviti: payment integrity is their business, the source policy changes constantly, and accuracy is everything, which makes the grounding guardrail the key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right: take a policy section, the agent retrieves and extracts rules, a deterministic check grounds each rule, and out come structured rules plus a version diff. The tools are plain Python; the model just orchestrates.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exactly to the three pillars the assessment named for this topic: summarization, conversion to rules, and comparison of content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Generation and verification are separated: the model proposes rules, a deterministic check confirms each quote is real. Green grounds, red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Hand-off slide. Stop sharing slides, share the app. Run the three steps in order. If anything glitches, the static slides ahead still convey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hit 100% on good runs, but the model varies, so we report the range. The eval set is small on purpose. Reporting the spread, not the best number,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Stated limits read as competence: keyword retrieval, small eval set, model-agnostic, and the deliberate decision not to train a model for a POC, with where training fits in a 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judgment slide. We stayed within the actual ask, a working POC rather than a production model. A POC's job is to prove feasibility, and the agent plus grounding already does that. Training needs labeled data we do not have yet, and a learned prediction is harder to ground than a cited quote, which is the whole trust mechanism. Once the workflow runs at scale and produces verified data, a trained model becomes a natural v2, and I am open to building it separately and discussing it in the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recommendation: keep the expert, change their job from authoring rules to verifying source-cited drafts. Repo and email are on screen.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NCCI Policy-to-Rules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CMS coding policy into verifiable, source-grounded payment-integrity rules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Girish Adkar</a:t>
            </a:r>
            <a:pPr indent="0" marL="0">
              <a:buNone/>
            </a:pPr>
            <a:r>
              <a:rPr lang="en-US" sz="1500" dirty="0">
                <a:solidFill>
                  <a:srgbClr val="9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Northeastern University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GenAI Intern Assessment  ·  Content Management in Health Care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69680" y="210312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135C57"/>
          </a:solidFill>
          <a:ln w="12700">
            <a:solidFill>
              <a:srgbClr val="2E7D7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286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72600" y="2103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241280" y="2468880"/>
            <a:ext cx="41148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0698480" y="2103120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83112" y="21031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policy is prose, adjudication needs logic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975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policy (prose)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25146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an E&amp;M service is performed on the same date as a major surgical procedure to decide whether to perform the surgery, the E&amp;M service is separately reportable with modifier 57.”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0" y="17373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F2E2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59168" y="1975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rule (logic)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675120" y="251460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"condition": "E&amp;M same day as a
     090-day procedure, for the
     decision to operate",
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"allow",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"modifier": "57",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"source": "Section D"
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806440" y="3474720"/>
            <a:ext cx="54864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" name="Text 8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one to the other is core content-management work, performed by hand today.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to Cotiviti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21284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354580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0116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 is the core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91640" y="243230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builds the coding edits that catch improper payments for health plans. Policy-to-rules is its daily work.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72160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3863340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5204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never stops moving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94106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revises NCCI guidance annually and its edit tables quarterly. Automation has to track change, not a snapshot.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84632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523036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537210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50292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non-negotiable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91640" y="5449824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edit denies a valid claim or misses an improper one. A hallucinated rule is a compliance failure.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an agent that reads, extracts, and verifies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88620" y="224028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E8F2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514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62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NCCI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Manual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912364" y="3086100"/>
            <a:ext cx="393192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3360420" y="224028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0F2E2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514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6042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extract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884164" y="3086100"/>
            <a:ext cx="393192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6332220" y="224028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0F2E2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5146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3222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855964" y="3086100"/>
            <a:ext cx="393192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9304020" y="224028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E8F2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9860" y="25146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04020" y="3108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rules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version diff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097280" y="4434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deterministic Python (retrieval, section lookup, version diff). The model decides which to call. Every extracted rule carries a verbatim source quote.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97280" y="5212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Model-agnostic: runs on a free open model today, swaps to any production model unchanged.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capabilities, one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233172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473452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7240" y="36576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summary of any policy section for a payment-integrity analyst.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340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23317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247345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verify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63440" y="36576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coding rules, each with an action and a grounding badge confirming its source.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22960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23317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72" y="247345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versions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549640" y="36576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2024 vs 2025 diff that surfaces what actually changed between editions.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guardrail: every rule cites its source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8483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2542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E&amp;M to decide on major surgery is reportable with modifier 57.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4564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“separately reportable with modifier 57” appears verbatim in the cited section.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8483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2029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2240" y="2542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whose quote was stitched together and is not verbatim in the source.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92240" y="34564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scores it below threshold and flags it for review, instead of trusting it.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hallucinated coding rule is a compliance failure. The system verifies every citation against the policy text.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554480"/>
            <a:ext cx="1005840" cy="10058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9534" y="1846174"/>
            <a:ext cx="422453" cy="422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743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the application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40873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2628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 policy section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4590288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262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rules and check the grounding badges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509320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262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2024 and 2025 editions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honest, measured, reproducible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92024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92024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E8F2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86384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0" y="260604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reached 100% faithfulness and recall on some runs.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non-deterministic, so we report the range, not a single best run.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hand-labeled set of 7 provisions, small by design.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what is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2745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130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retrieval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66090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keyword matching today; semantic embeddings are the next upgrade.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18745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22745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2130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evaluation set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75120" y="266090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labeled provisions: a feasibility signal, not a production accuracy claim.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365760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39319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405765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9136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by design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60120" y="444398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on a free open model; the same pipeline runs on any production model.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355080" y="365760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75120" y="393192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405765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39136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one chapter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675120" y="444398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Chapter 1 of the NCCI manual; the same approach generalizes to the full manual and other policy sources.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 choice: we did not train a model (yet)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not to reach for the heavier tool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considered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model: for example, to route a claim to the right policy section, or to predict the edit action (allow, deny, flag) directly from text.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945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30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deferred it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2697480"/>
            <a:ext cx="4754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stayed within the actual ask: a working POC, not a production model.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POC proves feasibility, and the agent plus grounding already does that, without training.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training needs labeled data at a scale we do not have yet.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prediction is harder to ground than a cited quote, and the citation is what earns trust here.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8F2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502920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166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8646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becomes the right call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52578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human-in-the-loop workflow runs at scale and accumulates verified extractions, we will have the labeled, trustworthy data to train and properly evaluate a model. I am happy to build that as a separate piece and walk through it in the interview if it would be useful.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an agent-assisted policy-to-rules workflow: subject-matter experts verify machine-extracted, source-cited edits instead of authoring them by hand.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the work. Hold the line on trust.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40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4132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github.com/KESHAV8087/cotiviti-policy-to-rules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8978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58704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adkarkeshav@gmail.com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58000" y="5870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Girish Adkar  ·  Northeastern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NCCI Policy-to-Rules</dc:title>
  <dc:subject>PptxGenJS Presentation</dc:subject>
  <dc:creator>Keshav Girish Adkar</dc:creator>
  <cp:lastModifiedBy>Keshav Girish Adkar</cp:lastModifiedBy>
  <cp:revision>1</cp:revision>
  <dcterms:created xsi:type="dcterms:W3CDTF">2026-06-28T19:35:58Z</dcterms:created>
  <dcterms:modified xsi:type="dcterms:W3CDTF">2026-06-28T19:35:58Z</dcterms:modified>
</cp:coreProperties>
</file>