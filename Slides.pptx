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run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Faithfulness</c:v>
                  </c:pt>
                  <c:pt idx="1">
                    <c:v>Recall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Representative run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Faithfulness</c:v>
                  </c:pt>
                  <c:pt idx="1">
                    <c:v>Recall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88</c:v>
                </c:pt>
                <c:pt idx="1">
                  <c:v>86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 line: this is an agent that turns written CMS coding policy into structured, verified rules, with a hallucination guardrail. Built for the Cotiviti content-management topic.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tension: policy is written as prose, but a claims engine can only act on a rule. Bridging that gap is what content management does, and it is manual and expert-intensive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reasons this is a fit for Cotiviti: payment integrity is their business, the source policy changes constantly, and accuracy is everything, which makes the grounding guardrail the key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flow left to right: take a policy section, the agent retrieves and extracts rules, a deterministic check grounds each rule, and out come structured rules plus a version diff. The tools are plain Python; the model just orchestrates.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map exactly to the three pillars the assessment named for this topic: summarization, conversion to rules, and comparison of content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Generation and verification are separated: the model proposes rules, a deterministic check confirms each quote is real. Green grounds, red flags. This is a real screenshot of the app's extracted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proves the third capability, change detection. The diff is deterministic; the explanation is the one LLM touch. Section Q is a real retirement: Gender-Specific Procedures became Reserved for future use in 2025. In production this is the signal that a rule tied to Q should be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Hand-off slide. Stop sharing slides, share the app. Run the three steps in order. If anything glitches, the static slides ahead still convey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hit 100% on good runs, but the model varies, so we report the range. The screenshot is real output from the evaluation harness, showing the metrics plus the honest failure analysis: one missed provision and one flagged ungrounded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Stated limits read as competence: keyword retrieval, small eval set, model-agnostic, and the deliberate decision not to train a model for a POC, with where training fits in a v2.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judgment slide. We stayed within the actual ask, a working POC rather than a production model. A POC's job is to prove feasibility, and the agent plus grounding already does that. Training needs labeled data we do not have yet, and a learned prediction is harder to ground than a cited quote, which is the whole trust mechanism. Once the workflow runs at scale and produces verified data, a trained model becomes a natural v2, and I am open to building it separately and discussing it in the interview.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recommendation: keep the expert, change their job from authoring rules to verifying source-cited drafts. The business payoff is a shorter path from a guideline change to a live claim edit, with an audit trail. Repo and email are on screen.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NCCI Policy-to-Rules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CMS coding policy into verifiable, source-grounded payment-integrity rules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Keshav Girish Adkar</a:t>
            </a:r>
            <a:pPr indent="0" marL="0">
              <a:buNone/>
            </a:pPr>
            <a:r>
              <a:rPr lang="en-US" sz="1500" dirty="0">
                <a:solidFill>
                  <a:srgbClr val="9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Northeastern University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GenAI Intern Assessment  ·  Content Management in Health Care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869680" y="2103120"/>
            <a:ext cx="1325880" cy="731520"/>
          </a:xfrm>
          <a:prstGeom prst="roundRect">
            <a:avLst>
              <a:gd name="adj" fmla="val 7500"/>
            </a:avLst>
          </a:prstGeom>
          <a:solidFill>
            <a:srgbClr val="135C57"/>
          </a:solidFill>
          <a:ln w="12700">
            <a:solidFill>
              <a:srgbClr val="2E7D7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2860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72600" y="21031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241280" y="2468880"/>
            <a:ext cx="41148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10698480" y="2103120"/>
            <a:ext cx="1005840" cy="731520"/>
          </a:xfrm>
          <a:prstGeom prst="roundRect">
            <a:avLst>
              <a:gd name="adj" fmla="val 75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2860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183112" y="2103120"/>
            <a:ext cx="502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policy is prose, adjudication needs logic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11680"/>
            <a:ext cx="292608" cy="2926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98448" y="19751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policy (prose)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14400" y="25146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an E&amp;M service is performed on the same date as a major surgical procedure to decide whether to perform the surgery, the E&amp;M service is separately reportable with modifier 57.”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0" y="173736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0F2E2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1168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059168" y="19751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rule (logic)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675120" y="251460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"condition": "E&amp;M same day as a
     090-day procedure, for the
     decision to operate",
</a:t>
            </a:r>
            <a:pPr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"action": "allow",
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"modifier": "57",
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"source": "Section D"
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806440" y="3474720"/>
            <a:ext cx="548640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2" name="Text 8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one to the other is core content-management work, performed by hand today.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to Cotiviti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10881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212848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" y="2354580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01168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integrity is the core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91640" y="2432304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Cotiviti builds the coding edits that catch improper payments for health plans. Policy-to-rules is its daily work.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337560"/>
            <a:ext cx="10881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14400" y="3721608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" y="3863340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520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never stops moving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941064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revises NCCI guidance annually and its edit tables quarterly. Automation has to track change, not a snapshot.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4846320"/>
            <a:ext cx="1088136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14400" y="5230368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" y="5372100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91640" y="50292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non-negotiable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1691640" y="5449824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edit denies a valid claim or misses an improper one. A hallucinated rule is a compliance failure.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works: an agent that reads, extracts, and verifies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88620" y="2240280"/>
            <a:ext cx="2468880" cy="1691640"/>
          </a:xfrm>
          <a:prstGeom prst="roundRect">
            <a:avLst>
              <a:gd name="adj" fmla="val 4324"/>
            </a:avLst>
          </a:prstGeom>
          <a:solidFill>
            <a:srgbClr val="E8F2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25146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88620" y="3108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NCCI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Manual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2912364" y="3086100"/>
            <a:ext cx="393192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3360420" y="2240280"/>
            <a:ext cx="2468880" cy="1691640"/>
          </a:xfrm>
          <a:prstGeom prst="roundRect">
            <a:avLst>
              <a:gd name="adj" fmla="val 4324"/>
            </a:avLst>
          </a:prstGeom>
          <a:solidFill>
            <a:srgbClr val="0F2E2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25146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60420" y="3108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extract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884164" y="3086100"/>
            <a:ext cx="393192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332220" y="2240280"/>
            <a:ext cx="2468880" cy="1691640"/>
          </a:xfrm>
          <a:prstGeom prst="roundRect">
            <a:avLst>
              <a:gd name="adj" fmla="val 4324"/>
            </a:avLst>
          </a:prstGeom>
          <a:solidFill>
            <a:srgbClr val="0F2E2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8060" y="25146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32220" y="3108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8855964" y="3086100"/>
            <a:ext cx="393192" cy="0"/>
          </a:xfrm>
          <a:prstGeom prst="line">
            <a:avLst/>
          </a:prstGeom>
          <a:noFill/>
          <a:ln w="3175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9304020" y="2240280"/>
            <a:ext cx="2468880" cy="1691640"/>
          </a:xfrm>
          <a:prstGeom prst="roundRect">
            <a:avLst>
              <a:gd name="adj" fmla="val 4324"/>
            </a:avLst>
          </a:prstGeom>
          <a:solidFill>
            <a:srgbClr val="E8F2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9860" y="251460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304020" y="31089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rules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version diff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097280" y="4434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deterministic Python (retrieval, section lookup, version diff). The model decides which to call. Every extracted rule carries a verbatim source quote.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Model-agnostic: runs on a free open model today, swaps to any production model unchanged.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capabilities, one 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201168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331720"/>
            <a:ext cx="566928" cy="566928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2473452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77240" y="36576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summary of any policy section for a payment-integrity analyst.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343400" y="201168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63440" y="233172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172" y="247345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6344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&amp; verify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4663440" y="36576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coding rules, each with an action and a grounding badge confirming its source.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201168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549640" y="233172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2473452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54964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versions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549640" y="36576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2024 vs 2025 diff that surfaces what actually changed between editions.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guardrail: every rule cites its source</a:t>
            </a:r>
            <a:endParaRPr lang="en-US" sz="3000" dirty="0"/>
          </a:p>
        </p:txBody>
      </p:sp>
      <p:pic>
        <p:nvPicPr>
          <p:cNvPr id="3" name="Image 0" descr="/mnt/user-data/outputs/cotiviti-policy-to-rules/assets/screenshot_grou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417320"/>
            <a:ext cx="9326880" cy="423367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417320" y="1417320"/>
            <a:ext cx="9326880" cy="423367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grounds, red flags. A hallucinated coding rule is a compliance failure, so every citation is verified against the policy text before a rule is trusted.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Catching policy change before it breaks a rule</a:t>
            </a:r>
            <a:endParaRPr lang="en-US" sz="3000" dirty="0"/>
          </a:p>
        </p:txBody>
      </p:sp>
      <p:pic>
        <p:nvPicPr>
          <p:cNvPr id="3" name="Image 0" descr="/mnt/user-data/outputs/cotiviti-policy-to-rules/assets/screenshot_di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5852160" cy="447141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554480"/>
            <a:ext cx="5852160" cy="447141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858000" y="17830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8F2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shows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132320" y="2468880"/>
            <a:ext cx="411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version diff flags every section that changed between the 2024 and 2025 editions, the trigger to review a coding rule.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changed section and the agent explains the change in plain language.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858000" y="50749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Section Q went from “Gender-Specific Procedures” (2024) to “Reserved for future use” (2025). The system catches the retirement and explains it.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1554480"/>
            <a:ext cx="1005840" cy="100584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9534" y="1846174"/>
            <a:ext cx="422453" cy="42245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743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to the application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4087368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2628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a policy section</a:t>
            </a:r>
            <a:endParaRPr lang="en-US" sz="1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590288"/>
            <a:ext cx="237744" cy="23774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52628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rules and check the grounding badges</a:t>
            </a:r>
            <a:endParaRPr lang="en-US" sz="16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5093208"/>
            <a:ext cx="237744" cy="23774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52628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2024 and 2025 editions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honest, measured, reproducible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02920" y="178308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6172200" y="1783080"/>
            <a:ext cx="5623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evaluation harness (live)</a:t>
            </a:r>
            <a:endParaRPr lang="en-US" sz="1300" dirty="0"/>
          </a:p>
        </p:txBody>
      </p:sp>
      <p:pic>
        <p:nvPicPr>
          <p:cNvPr id="5" name="Image 0" descr="/mnt/user-data/outputs/cotiviti-policy-to-rules/assets/screenshot_evalu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194560"/>
            <a:ext cx="5623560" cy="235915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172200" y="2194560"/>
            <a:ext cx="562356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02920" y="5349240"/>
            <a:ext cx="11292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reached 100% on some runs; a representative run scored 88% faithfulness and 86% recall. We report the range, not a single best run, and the harness shows exactly what was missed and what was flagged. The evaluation set is small by design (7 labeled provisions).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what is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214884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274570"/>
            <a:ext cx="251460" cy="2514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213055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retrieval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60120" y="266090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keyword matching today; semantic embeddings are the next upgrade.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55080" y="187452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75120" y="214884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27457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213055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evaluation set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675120" y="266090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labeled provisions: a feasibility signal, not a production accuracy claim.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40080" y="36576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60120" y="393192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50" y="405765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391363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Model-agnostic by design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960120" y="444398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on a free open model; the same pipeline runs on any production model.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355080" y="3657600"/>
            <a:ext cx="53492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675120" y="393192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0850" y="405765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315200" y="3913632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one chapter</a:t>
            </a:r>
            <a:endParaRPr lang="en-US" sz="1700" dirty="0"/>
          </a:p>
        </p:txBody>
      </p:sp>
      <p:sp>
        <p:nvSpPr>
          <p:cNvPr id="22" name="Text 16"/>
          <p:cNvSpPr/>
          <p:nvPr/>
        </p:nvSpPr>
        <p:spPr>
          <a:xfrm>
            <a:off x="6675120" y="444398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on Chapter 1 of the NCCI manual; the same approach generalizes to the full manual and other policy sources.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 choice: we did not train a model (yet)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when not to reach for the heavier tool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548640" cy="54864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945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1305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considered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278892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supervised model: for example, to route a claim to the right policy section, or to predict the edit action (allow, deny, flag) directly from text.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172200" y="173736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057400"/>
            <a:ext cx="548640" cy="548640"/>
          </a:xfrm>
          <a:prstGeom prst="ellipse">
            <a:avLst/>
          </a:prstGeom>
          <a:solidFill>
            <a:srgbClr val="0F766E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945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213055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deferred it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92240" y="2697480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stayed within the actual ask: a working POC, not a production model.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POC proves feasibility, and the agent plus grounding already does that, without training.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training needs labeled data at a scale we do not have yet.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learned prediction is harder to ground than a cited quote, and the citation is what earns trust here.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70916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E8F2F0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F172A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0120" y="502920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51663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8646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becomes the right call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691640" y="525780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human-in-the-loop workflow runs at scale and accumulates verified extractions, we will have the labeled, trustworthy data to train and properly evaluate a model. I am happy to build that as a separate piece and walk through it in the interview if it would be useful.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4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an agent-assisted policy-to-rules workflow: subject-matter experts verify machine-extracted, source-cited edits instead of authoring them by hand.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9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expert time shifts from writing rules to checking them, shortening the path from a published guideline change to a live, audited claim edit.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FE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work. Hold the line on trust.</a:t>
            </a:r>
            <a:endParaRPr lang="en-US" sz="16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406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54132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github.com/KESHAV8087/cotiviti-policy-to-rules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897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58704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adkarkeshav@gmail.com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6858000" y="58704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F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Keshav Girish Adkar  ·  Northeastern University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NCCI Policy-to-Rules</dc:title>
  <dc:subject>PptxGenJS Presentation</dc:subject>
  <dc:creator>Keshav Girish Adkar</dc:creator>
  <cp:lastModifiedBy>Keshav Girish Adkar</cp:lastModifiedBy>
  <cp:revision>1</cp:revision>
  <dcterms:created xsi:type="dcterms:W3CDTF">2026-06-29T21:28:00Z</dcterms:created>
  <dcterms:modified xsi:type="dcterms:W3CDTF">2026-06-29T21:28:00Z</dcterms:modified>
</cp:coreProperties>
</file>